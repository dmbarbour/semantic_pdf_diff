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Feature Lead Summary: Proposals by Company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Introduction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summary collects the companies' proposals on link failure detection and beam reporting submitted to this meeting, grouped by company.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Companies'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companies' proposals, as submitted: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Companies' proposals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40792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167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2: The beam report period is 448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3: The beam report carries the 21 strongest beams.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352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2: The beam report period is 837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Corvane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carries the 11 strongest beams.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2: The acknowledgement timeout is 918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3: The beam report period is 237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period is 366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2: The beam report carries the 8 strongest beams.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