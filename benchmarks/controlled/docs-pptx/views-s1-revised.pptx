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emf" ContentType="image/x-emf"/>
  <Default Extension="jpeg" ContentType="image/jpeg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 encoding="UTF-8" standalone="yes"?>
<Relationships xmlns="http://schemas.openxmlformats.org/package/2006/relationships"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Feature Lead Summary: Link Failure Detection and Beam Reporting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1 Introduction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This summary collects the companies' proposals on link failure detection and beam reporting submitted to this meeting, and gives the moderator's proposals for agreement.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2 Companies'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The companies' proposals, as submitted:</a:t>
            </a:r>
          </a:p>
        </p:txBody>
      </p:sp>
      <p:sp>
        <p:nvSpPr>
          <p:cNvPr id="4" name="Shape 4"/>
          <p:cNvSpPr/>
          <p:nvPr/>
        </p:nvSpPr>
        <p:spPr>
          <a:xfrm>
            <a:off x="457200" y="1920240"/>
            <a:ext cx="11277600" cy="4572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Table 1. Companies' proposals</a:t>
            </a:r>
          </a:p>
        </p:txBody>
      </p:sp>
      <p:graphicFrame>
        <p:nvGraphicFramePr>
          <p:cNvPr id="5" name="Table 5"/>
          <p:cNvGraphicFramePr/>
          <p:nvPr/>
        </p:nvGraphicFramePr>
        <p:xfrm>
          <a:off x="457200" y="2468880"/>
          <a:ext cx="11277600" cy="2595880"/>
        </p:xfrm>
        <a:graphic>
          <a:graphicData uri="http://schemas.openxmlformats.org/drawingml/2006/table">
            <a:tbl>
              <a:tblPr firstRow="1" bandRow="1"/>
              <a:tblGrid>
                <a:gridCol w="5638800"/>
                <a:gridCol w="5638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Proposals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928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Avelin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2: The beam report period is 754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acknowledgement timeout is 483 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Corvane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carries the 7 strongest beams.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Delmar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carries the 8 strongest beams.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Borealis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Proposal 1: The beam report period is 627 ms.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>
            <p:ph type="title"/>
          </p:nvPr>
        </p:nvSpPr>
        <p:spPr>
          <a:xfrm>
            <a:off x="457200" y="365125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3 Moderator's Proposals</a:t>
            </a:r>
          </a:p>
        </p:txBody>
      </p:sp>
      <p:sp>
        <p:nvSpPr>
          <p:cNvPr id="3" name="Shape 3"/>
          <p:cNvSpPr/>
          <p:nvPr/>
        </p:nvSpPr>
        <p:spPr>
          <a:xfrm>
            <a:off x="457200" y="1371600"/>
            <a:ext cx="112776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/>
              <a:t>Proposal 3.1: The acknowledgement timeout is 840 ms.</a:t>
            </a:r>
          </a:p>
          <a:p>
            <a:r>
              <a:rPr lang="en-US"/>
              <a:t>Proposal 3.2: The beam report carries the 29 strongest beams.</a:t>
            </a:r>
          </a:p>
        </p:txBody>
      </p:sp>
    </p:spTree>
  </p:cSld>
</p:sld>
</file>