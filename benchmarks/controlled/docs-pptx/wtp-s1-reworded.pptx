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Water Treatment Plant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Design Basis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Harrow Creek Water Treatment Plant is sized for a design flow of 25.9 MGD (average day) and a peak flow of 42.2 MGD on the maximum day, serving a population of 42,680 persons.</a:t>
            </a:r>
          </a:p>
          <a:p>
            <a:r>
              <a:rPr lang="en-US"/>
              <a:t>Measured over five years, the 95th percentile raw water turbidity is 37.6 NTU. Finished water turbidity shall not exceed 0.23 NTU in 95% of monthly samples.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Treatment Process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743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rapid mix basin provides a detention time of 53 s at design flow, with a velocity gradient of 922 1/s. Flocculation follows in 4 stages, for a total detention time of 23.5 min at design flow.</a:t>
            </a:r>
          </a:p>
          <a:p>
            <a:r>
              <a:rPr lang="en-US"/>
              <a:t>There are 2 sedimentation basins, each 159 ft long and 47 ft wide, with a side water depth of 15.1 ft; the surface loading rate is 0.86 gpm/ft² at design flow.</a:t>
            </a:r>
          </a:p>
          <a:p>
            <a:r>
              <a:rPr lang="en-US"/>
              <a:t>Filtration uses 8 dual-media filters of 404 ft² each. With a single filter out of service, the filtration rate is 4.1 gpm/ft².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4206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4754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Motor (hp)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Chemical Feed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Alum is dosed at 38.8 mg/L for an average day and up to 55.7 mg/L for a maximum day. Chlorine is fed at 3.3 mg/L ahead of the clearwell.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Disinfection Options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Two options were compared for primary disinfection.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Disinfection options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A: 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B: chlorine contact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Capital cost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Annual energy use (MWh/yr)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Contact time at peak flow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