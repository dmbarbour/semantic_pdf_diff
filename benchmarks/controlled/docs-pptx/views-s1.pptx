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Link Failure Detection and Beam Reporting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collects the companies' proposals on link failure detection and beam reporting submitted to this meeting, and gives the moderator's proposals for agreement.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Companies'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companies' proposals, as submitted: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proposals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59588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251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2: The beam report period is 754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483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7 strongest beams.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8 strongest beams.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Estrella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627 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Moderator's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3.1: The acknowledgement timeout is 742 ms.</a:t>
            </a:r>
          </a:p>
          <a:p>
            <a:r>
              <a:rPr lang="en-US"/>
              <a:t>Proposal 3.2: The beam report carries the 29 strongest beams.</a:t>
            </a:r>
          </a:p>
        </p:txBody>
      </p:sp>
    </p:spTree>
  </p:cSld>
</p:sld>
</file>