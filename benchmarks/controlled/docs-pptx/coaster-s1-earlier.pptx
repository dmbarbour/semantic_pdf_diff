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_rels/slide3.xml.rels><?xml version="1.0" encoding="UTF-8" standalone="yes"?>
<Relationships xmlns="http://schemas.openxmlformats.org/package/2006/relationships"></Relationships>
</file>

<file path=ppt/slides/_rels/slide4.xml.rels><?xml version="1.0" encoding="UTF-8" standalone="yes"?>
<Relationships xmlns="http://schemas.openxmlformats.org/package/2006/relationships"></Relationships>
</file>

<file path=ppt/slides/_rels/slide5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Ridgeback roller coaster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Ride Overview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18288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Ridgeback is a steel roller coaster with 6,694 ft of track and 5 inversions. A ride lasts 121 s and reaches a maximum speed of 68.6 mph.</a:t>
            </a:r>
          </a:p>
          <a:p>
            <a:r>
              <a:rPr lang="en-US"/>
              <a:t>The lift hill rises 178 ft. The first drop falls 237 ft at an angle of 72.4°, and the maximum vertical acceleration is 3.8 g.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2 Trains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ride operates 3 trains of 6 cars, each car seating 4 riders, for an hourly capacity of 1,231 riders/h. An empty train weighs 13,240 lb.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3 Track Elements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1. Track elements</a:t>
            </a:r>
          </a:p>
        </p:txBody>
      </p:sp>
      <p:graphicFrame>
        <p:nvGraphicFramePr>
          <p:cNvPr id="4" name="Table 4"/>
          <p:cNvGraphicFramePr/>
          <p:nvPr/>
        </p:nvGraphicFramePr>
        <p:xfrm>
          <a:off x="457200" y="1920240"/>
          <a:ext cx="11277600" cy="1854200"/>
        </p:xfrm>
        <a:graphic>
          <a:graphicData uri="http://schemas.openxmlformats.org/drawingml/2006/table">
            <a:tbl>
              <a:tblPr firstRow="1" bandRow="1"/>
              <a:tblGrid>
                <a:gridCol w="2819400"/>
                <a:gridCol w="2819400"/>
                <a:gridCol w="2819400"/>
                <a:gridCol w="2819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Height (ft)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Entry speed (mph)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Peak g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First 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Vertical 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Zero-g 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Camelback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4 Structure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track is carried on 312 support columns using 971 tons of steel. The structure shall withstand a design wind speed of 98 mph (3-second gust). The station platform is 105 ft long.</a:t>
            </a:r>
          </a:p>
        </p:txBody>
      </p:sp>
    </p:spTree>
  </p:cSld>
</p:sld>
</file>