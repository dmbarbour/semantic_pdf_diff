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wmf"/></Relationships>
</file>

<file path=ppt/slides/_rels/slide4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Link Protocol: Attach Procedure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Scope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clause specifies the attach procedure of the link protocol: the messages a terminal, an access point, the gateway and the directory exchange to admit the terminal, secure its link, open its session and register its route. Figure 1 gives the messages in order, each with the parameter it carries.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Procedure</a:t>
            </a:r>
          </a:p>
        </p:txBody>
      </p:sp>
      <p:pic>
        <p:nvPicPr>
          <p:cNvPr id="3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146800" cy="6365240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457200" y="78282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Figure 1. Attach procedure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Failure Handling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terminal abandons the attach procedure if it is not complete within 38 s, and makes at most 36 attach attempts in any hour. A procedure abandoned at any step starts again from the probe.</a:t>
            </a:r>
          </a:p>
        </p:txBody>
      </p:sp>
    </p:spTree>
  </p:cSld>
</p:sld>
</file>