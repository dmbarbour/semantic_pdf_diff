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WTP: Equipment Schedules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Equipment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schedules below list the plant's pumps, blowers and valves at their rated points.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1a. Raw water pumps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Raw water pumps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7,824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1,679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1,160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1,657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404368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1b. Process air blowers</a:t>
            </a:r>
          </a:p>
        </p:txBody>
      </p:sp>
      <p:graphicFrame>
        <p:nvGraphicFramePr>
          <p:cNvPr id="7" name="Table 7"/>
          <p:cNvGraphicFramePr/>
          <p:nvPr/>
        </p:nvGraphicFramePr>
        <p:xfrm>
          <a:off x="457200" y="459232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Process air blowers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Airflow (scfm)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Pressure (psig)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3,153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3,552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3,183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457200" y="616712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Valve schedule</a:t>
            </a:r>
          </a:p>
        </p:txBody>
      </p:sp>
      <p:graphicFrame>
        <p:nvGraphicFramePr>
          <p:cNvPr id="9" name="Table 9"/>
          <p:cNvGraphicFramePr/>
          <p:nvPr/>
        </p:nvGraphicFramePr>
        <p:xfrm>
          <a:off x="457200" y="6715760"/>
          <a:ext cx="11277600" cy="778764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Valves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Rating (psi)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Stroke time (s)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86.1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51.5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