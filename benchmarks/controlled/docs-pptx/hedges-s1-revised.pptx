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Lakeshore Telemetry Link: Design Notes (Draft)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Timers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acknowledgement timeout is 306 ms. The retransmission timer will likely be 804 ms.</a:t>
            </a:r>
          </a:p>
          <a:p>
            <a:r>
              <a:rPr lang="en-US"/>
              <a:t>Tentatively, the send window is 121 packets. The beam report period is 1,690 ms.</a:t>
            </a:r>
          </a:p>
          <a:p>
            <a:r>
              <a:rPr lang="en-US"/>
              <a:t>Preliminary estimates put the number of strongest beams reported at 19.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Failure Detection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failure detection parameters, as agreed so far: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Failure detection parameters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85420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Signal-to-noise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3.5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Agreed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Low signal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79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Agreed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Consecutive failed retransmissions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Working assumption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Heartbeat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2,868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Working assumption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