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Default Extension="jpeg" ContentType="image/jpeg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/Relationships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/Relationships>
</file>

<file path=ppt/slides/_rels/slide3.xml.rels><?xml version="1.0" encoding="UTF-8" standalone="yes"?>
<Relationships xmlns="http://schemas.openxmlformats.org/package/2006/relationships"></Relationships>
</file>

<file path=ppt/slides/_rels/slide4.xml.rels><?xml version="1.0" encoding="UTF-8" standalone="yes"?>
<Relationships xmlns="http://schemas.openxmlformats.org/package/2006/relationships"></Relationships>
</file>

<file path=ppt/slides/_rels/slide5.xml.rels><?xml version="1.0" encoding="UTF-8" standalone="yes"?>
<Relationships xmlns="http://schemas.openxmlformats.org/package/2006/relationships"></Relationships>
</file>

<file path=ppt/slides/_rels/slide6.xml.rels><?xml version="1.0" encoding="UTF-8" standalone="yes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Lakeshore Telemetry Link: Protocol Specification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1 Status Report Formats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18288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Three formats carry buffer status to the gateway. The short status report carries the status of one channel group in a buffer size field of 8 bits. The extended short status report also carries the status of one channel group, in a buffer size field of 11 bits. The long status report carries up to 23 channel groups, each in a buffer size field of 28 bits.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2 Header Fields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Every packet starts with the header fields of Table 1, in order. Each length field gives the length of the field that follows it.</a:t>
            </a:r>
          </a:p>
        </p:txBody>
      </p:sp>
      <p:sp>
        <p:nvSpPr>
          <p:cNvPr id="4" name="Shape 4"/>
          <p:cNvSpPr/>
          <p:nvPr/>
        </p:nvSpPr>
        <p:spPr>
          <a:xfrm>
            <a:off x="457200" y="237744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1. Header fields</a:t>
            </a:r>
          </a:p>
        </p:txBody>
      </p:sp>
      <p:graphicFrame>
        <p:nvGraphicFramePr>
          <p:cNvPr id="5" name="Table 5"/>
          <p:cNvGraphicFramePr/>
          <p:nvPr/>
        </p:nvGraphicFramePr>
        <p:xfrm>
          <a:off x="457200" y="2926080"/>
          <a:ext cx="11277600" cy="2225040"/>
        </p:xfrm>
        <a:graphic>
          <a:graphicData uri="http://schemas.openxmlformats.org/drawingml/2006/table">
            <a:tbl>
              <a:tblPr firstRow="1" bandRow="1"/>
              <a:tblGrid>
                <a:gridCol w="5638800"/>
                <a:gridCol w="5638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Length (bits)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Session ID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Session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up to 173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Packet Number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Packet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up to 36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3 Measurement Report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2743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The measurement report contains, in this order:</a:t>
            </a:r>
          </a:p>
          <a:p>
            <a:r>
              <a:rPr lang="en-US"/>
              <a:t>– the serving cell index, 12 bits;</a:t>
            </a:r>
          </a:p>
          <a:p>
            <a:r>
              <a:rPr lang="en-US"/>
              <a:t>– the battery level, 24 bits;</a:t>
            </a:r>
          </a:p>
          <a:p>
            <a:r>
              <a:rPr lang="en-US"/>
              <a:t>– the received signal strength, 16 bits;</a:t>
            </a:r>
          </a:p>
          <a:p>
            <a:r>
              <a:rPr lang="en-US"/>
              <a:t>– the timing advance, 10 bits;</a:t>
            </a:r>
          </a:p>
          <a:p>
            <a:r>
              <a:rPr lang="en-US"/>
              <a:t>– the transmit power, 20 bits.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4 Link Failure Detection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18288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A link failure is declared when any of the following conditions holds.</a:t>
            </a:r>
          </a:p>
          <a:p>
            <a:r>
              <a:rPr lang="en-US"/>
              <a:t>Condition 1: no acknowledgement is received within 856 ms.</a:t>
            </a:r>
          </a:p>
          <a:p>
            <a:r>
              <a:rPr lang="en-US"/>
              <a:t>Condition 2: 21 consecutive retransmissions fail.</a:t>
            </a:r>
          </a:p>
          <a:p>
            <a:r>
              <a:rPr lang="en-US"/>
              <a:t>Condition 3: the signal-to-noise ratio stays below 4.3 dB for 60 s.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5 Timers by Link State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18288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When the link is congested, the following values apply.</a:t>
            </a:r>
          </a:p>
          <a:p>
            <a:r>
              <a:rPr lang="en-US"/>
              <a:t>The retransmission timer is 709 ms. The send window is 145 packets.</a:t>
            </a:r>
          </a:p>
          <a:p>
            <a:r>
              <a:rPr lang="en-US"/>
              <a:t>When the link is idle, the following values apply.</a:t>
            </a:r>
          </a:p>
          <a:p>
            <a:r>
              <a:rPr lang="en-US"/>
              <a:t>The retransmission timer is 1,245 ms. The send window is 180 packets.</a:t>
            </a:r>
          </a:p>
        </p:txBody>
      </p:sp>
    </p:spTree>
  </p:cSld>
</p:sld>
</file>