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Ridgeback: Track and Structure Schedules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Track and Structure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Element heights are above the station platform; speeds are design values at the element's entry.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1a. Track elements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22504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Track elements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Height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Vertical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Lateral g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45.6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hape 6"/>
          <p:cNvSpPr/>
          <p:nvPr/>
        </p:nvSpPr>
        <p:spPr>
          <a:xfrm>
            <a:off x="457200" y="478536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1b. Brakes</a:t>
            </a:r>
          </a:p>
        </p:txBody>
      </p:sp>
      <p:graphicFrame>
        <p:nvGraphicFramePr>
          <p:cNvPr id="7" name="Table 7"/>
          <p:cNvGraphicFramePr/>
          <p:nvPr/>
        </p:nvGraphicFramePr>
        <p:xfrm>
          <a:off x="457200" y="5334000"/>
          <a:ext cx="11277600" cy="1483360"/>
        </p:xfrm>
        <a:graphic>
          <a:graphicData uri="http://schemas.openxmlformats.org/drawingml/2006/table">
            <a:tbl>
              <a:tblPr firstRow="1" bandRow="1"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Brakes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Length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Entry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Exit speed (mph)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Fins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hape 8"/>
          <p:cNvSpPr/>
          <p:nvPr/>
        </p:nvSpPr>
        <p:spPr>
          <a:xfrm>
            <a:off x="457200" y="69088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2. Support columns</a:t>
            </a:r>
          </a:p>
        </p:txBody>
      </p:sp>
      <p:graphicFrame>
        <p:nvGraphicFramePr>
          <p:cNvPr id="9" name="Table 9"/>
          <p:cNvGraphicFramePr/>
          <p:nvPr/>
        </p:nvGraphicFramePr>
        <p:xfrm>
          <a:off x="457200" y="7457440"/>
          <a:ext cx="11277600" cy="7787640"/>
        </p:xfrm>
        <a:graphic>
          <a:graphicData uri="http://schemas.openxmlformats.org/drawingml/2006/table">
            <a:tbl>
              <a:tblPr firstRow="1" bandRow="1"/>
              <a:tblGrid>
                <a:gridCol w="2819400"/>
                <a:gridCol w="2819400"/>
                <a:gridCol w="2819400"/>
                <a:gridCol w="2819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Support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Footing (ft)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Load (kips)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Base elev. (ft)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717.7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756.4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731.9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744.9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723.5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728.7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750.2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725.1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723.7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738.9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724.6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703.1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702.2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722.3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712.6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716.7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719.3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756.7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