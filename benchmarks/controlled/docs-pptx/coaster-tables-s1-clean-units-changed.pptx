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Ridgeback: Track and Structure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Track and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Element heights are above the station platform; speeds are design values at the element's entry. Element heights are in metres; lengths, footings and elevations in feet, speeds in miles per hour and loads in kips.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Track elements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Track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Vertical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Lateral 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52425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Brakes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579120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Exit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73660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Support columns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791464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Support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 elev.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717.7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744.9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725.1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738.9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724.6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703.1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712.6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716.7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719.3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