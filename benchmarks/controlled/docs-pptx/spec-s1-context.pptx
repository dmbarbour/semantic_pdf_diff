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Telemetry Link: Protocol Specification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Status Report Formats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Three formats carry buffer status to the gateway. The short status report carries the status of one channel group in a buffer size field of 8 bits. The extended short status report also carries the status of one channel group, in a buffer size field of 11 bits. The long status report carries up to 23 channel groups, each in a buffer size field of 28 bits.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Header Fields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Every packet starts with the header fields of Table 1, in order. Each length field gives the length of the field that follows it.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23774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Header fields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9260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 (bits)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Session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173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Packet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Measurement Report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286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measurement report contains, in this order:</a:t>
            </a:r>
          </a:p>
          <a:p>
            <a:r>
              <a:rPr lang="en-US"/>
              <a:t>– the serving cell index, 12 bits;</a:t>
            </a:r>
          </a:p>
          <a:p>
            <a:r>
              <a:rPr lang="en-US"/>
              <a:t>– the beam index, 18 bits;</a:t>
            </a:r>
          </a:p>
          <a:p>
            <a:r>
              <a:rPr lang="en-US"/>
              <a:t>– the received signal strength, 16 bits;</a:t>
            </a:r>
          </a:p>
          <a:p>
            <a:r>
              <a:rPr lang="en-US"/>
              <a:t>– the timing advance, 10 bits.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Link Failure Detection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 link failure is declared when any of the following conditions holds.</a:t>
            </a:r>
          </a:p>
          <a:p>
            <a:r>
              <a:rPr lang="en-US"/>
              <a:t>Condition 1: no acknowledgement is received within 856 ms.</a:t>
            </a:r>
          </a:p>
          <a:p>
            <a:r>
              <a:rPr lang="en-US"/>
              <a:t>Condition 2: 21 consecutive retransmissions fail.</a:t>
            </a:r>
          </a:p>
          <a:p>
            <a:r>
              <a:rPr lang="en-US"/>
              <a:t>Condition 3: the signal-to-noise ratio stays below 4.3 dB for 60 s.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5 Timers by Link State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When the link is lightly loaded, the following values apply.</a:t>
            </a:r>
          </a:p>
          <a:p>
            <a:r>
              <a:rPr lang="en-US"/>
              <a:t>The retransmission timer is 709 ms. The send window is 145 packets.</a:t>
            </a:r>
          </a:p>
          <a:p>
            <a:r>
              <a:rPr lang="en-US"/>
              <a:t>When the link is idle, the following values apply.</a:t>
            </a:r>
          </a:p>
          <a:p>
            <a:r>
              <a:rPr lang="en-US"/>
              <a:t>The retransmission timer is 1,245 ms. The send window is 180 packets.</a:t>
            </a:r>
          </a:p>
        </p:txBody>
      </p:sp>
    </p:spTree>
  </p:cSld>
</p:sld>
</file>