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WTP: Equipment Schedules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Equipment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schedules below list the plant's pumps, blowers and valves at their rated points.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1a.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85420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Raw water pumps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1,679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1,160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1,657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1,866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41452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1b. Process air blowers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496316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Process air blowers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Airflow (scfm)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Pressure (psig)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3,153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3,552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3,183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653796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Valve schedule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7086600"/>
          <a:ext cx="11277600" cy="741680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Valves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Rating (psi)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Stroke time (s)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86.1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