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WTP: Equipment Data Sheets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High Service Pumps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Each high service pump's data sheet gives its rated point and its motor.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Data sheet 1. High service pump P-201A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P-201A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service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3,609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Motor 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1,745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7853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Data sheet 2. High service pump P-201B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533400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P-201B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service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4,887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Motor 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1,317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76504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Data sheet 3. High service pump P-201C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819912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P-201C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service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5,865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53.2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Motor 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1,565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Storage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clearwell stores finished water ahead of the high service pumps.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Data sheet 4. Clearwell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Volume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Diameter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Side water depth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Baffle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0436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Bulk chemicals are stored in the chemical building.</a:t>
            </a:r>
          </a:p>
        </p:txBody>
      </p:sp>
      <p:sp>
        <p:nvSpPr>
          <p:cNvPr id="7" name="Shape 7"/>
          <p:cNvSpPr/>
          <p:nvPr/>
        </p:nvSpPr>
        <p:spPr>
          <a:xfrm>
            <a:off x="457200" y="459232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Chemical storage</a:t>
            </a:r>
          </a:p>
        </p:txBody>
      </p:sp>
      <p:graphicFrame>
        <p:nvGraphicFramePr>
          <p:cNvPr id="8" name="Table 8"/>
          <p:cNvGraphicFramePr/>
          <p:nvPr/>
        </p:nvGraphicFramePr>
        <p:xfrm>
          <a:off x="457200" y="514096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Chemical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Storage (gal)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16,787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Sodium hypochlorite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5,496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Caustic soda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