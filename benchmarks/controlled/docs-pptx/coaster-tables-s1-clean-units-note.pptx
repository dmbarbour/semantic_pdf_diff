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Ridgeback: Track and Structure Schedules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Track and Structure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Element heights are above the station platform; speeds are design values at the element's entry. Heights, lengths, footings and elevations are in feet, speeds in miles per hour and loads in kips.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23774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1a. Track elements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92608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Track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Entry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Vertical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Lateral 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524256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1b. Brakes</a:t>
            </a:r>
          </a:p>
        </p:txBody>
      </p:sp>
      <p:graphicFrame>
        <p:nvGraphicFramePr>
          <p:cNvPr id="7" name="Table 7"/>
          <p:cNvGraphicFramePr/>
          <p:nvPr/>
        </p:nvGraphicFramePr>
        <p:xfrm>
          <a:off x="457200" y="579120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Entry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Exit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Fins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457200" y="73660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Support columns</a:t>
            </a:r>
          </a:p>
        </p:txBody>
      </p:sp>
      <p:graphicFrame>
        <p:nvGraphicFramePr>
          <p:cNvPr id="9" name="Table 9"/>
          <p:cNvGraphicFramePr/>
          <p:nvPr/>
        </p:nvGraphicFramePr>
        <p:xfrm>
          <a:off x="457200" y="7914640"/>
          <a:ext cx="11277600" cy="778764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Support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Footing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Base elev.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717.7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756.4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728.6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731.9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744.9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723.5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728.7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750.2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725.1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723.7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738.9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722.7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724.6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703.1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702.2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722.3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712.6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716.7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719.3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756.7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