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Feature Lead Summary: Moderator's Proposals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Introduction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This summary collects the companies' proposals on link failure detection and beam reporting, and gives the moderator's proposals for agreement, each adopting one company's.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Companies' Proposals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Companies' proposals</a:t>
            </a:r>
          </a:p>
        </p:txBody>
      </p:sp>
      <p:graphicFrame>
        <p:nvGraphicFramePr>
          <p:cNvPr id="4" name="Table 4"/>
          <p:cNvGraphicFramePr/>
          <p:nvPr/>
        </p:nvGraphicFramePr>
        <p:xfrm>
          <a:off x="457200" y="192024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acknowledgement timeout is 158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Borealis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acknowledgement timeout is 341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Corvane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beam report period is 195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Delmar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beam report period is 855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Estrella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beam report carries the 28 strongest beams.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Moderator's Proposals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Proposal 3.1: The acknowledgement timeout is 158 ms.</a:t>
            </a:r>
          </a:p>
          <a:p>
            <a:r>
              <a:rPr lang="en-US"/>
              <a:t>Proposal 3.2: The beam report period is 195 ms.</a:t>
            </a:r>
          </a:p>
        </p:txBody>
      </p:sp>
    </p:spTree>
  </p:cSld>
</p:sld>
</file>