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emf" ContentType="image/x-emf"/>
  <Default Extension="jpeg" ContentType="image/jpeg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  <p:sldId id="257" r:id="rId2"/>
    <p:sldId id="258" r:id="rId3"/>
    <p:sldId id="259" r:id="rId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/Relationships>
</file>

<file path=ppt/slides/_rels/slide1.xml.rels><?xml version="1.0" encoding="UTF-8" standalone="yes"?>
<Relationships xmlns="http://schemas.openxmlformats.org/package/2006/relationships"></Relationships>
</file>

<file path=ppt/slides/_rels/slide2.xml.rels><?xml version="1.0" encoding="UTF-8" standalone="yes"?>
<Relationships xmlns="http://schemas.openxmlformats.org/package/2006/relationships"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1.wmf"/></Relationships>
</file>

<file path=ppt/slides/_rels/slide4.xml.rels><?xml version="1.0" encoding="UTF-8" standalone="yes"?>
<Relationships xmlns="http://schemas.openxmlformats.org/package/2006/relationships"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Link Protocol: Attach Procedure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1 Scope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This clause specifies the attach procedure of the link protocol: the messages a terminal, an access point, the gateway and the directory exchange to admit the terminal, secure its link, open its session and register its route. Figure 1 gives the messages in order, each with the parameter it carries.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2 Procedure</a:t>
            </a:r>
          </a:p>
        </p:txBody>
      </p:sp>
      <p:pic>
        <p:nvPicPr>
          <p:cNvPr id="3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6146800" cy="6612890"/>
          </a:xfrm>
          <a:prstGeom prst="rect">
            <a:avLst/>
          </a:prstGeom>
        </p:spPr>
      </p:pic>
      <p:sp>
        <p:nvSpPr>
          <p:cNvPr id="4" name="Shape 4"/>
          <p:cNvSpPr/>
          <p:nvPr/>
        </p:nvSpPr>
        <p:spPr>
          <a:xfrm>
            <a:off x="457200" y="807593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Figure 1. Attach procedure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3 Failure Handling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The terminal abandons the attach procedure if it is not complete within 38 s, and makes at most 36 attach attempts in any hour. A procedure abandoned at any step starts again from the probe.</a:t>
            </a:r>
          </a:p>
        </p:txBody>
      </p:sp>
    </p:spTree>
  </p:cSld>
</p:sld>
</file>