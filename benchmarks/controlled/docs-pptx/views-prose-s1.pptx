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Feature Lead Summary: Companies' Views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Introduction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This summary reports the companies' views on link failure detection and beam reporting submitted to this meeting, and gives the moderator's proposals for agreement.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Companies' Views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22860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Avelin [1] proposes an acknowledgement timeout of 419 ms, to detect a failed link within one report period.</a:t>
            </a:r>
          </a:p>
          <a:p>
            <a:r>
              <a:rPr lang="en-US"/>
              <a:t>According to Borealis [2], the acknowledgement timeout should be 213 ms.</a:t>
            </a:r>
          </a:p>
          <a:p>
            <a:r>
              <a:rPr lang="en-US"/>
              <a:t>Corvane [3] argues that the beam report should carry the 21 strongest beams.</a:t>
            </a:r>
          </a:p>
          <a:p>
            <a:r>
              <a:rPr lang="en-US"/>
              <a:t>Delmar [4] supports a beam report period of 898 ms.</a:t>
            </a:r>
          </a:p>
          <a:p>
            <a:r>
              <a:rPr lang="en-US"/>
              <a:t>Estrella [5] opposes a beam report period of 397 ms, citing the reporting overhead.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3 Moderator's Proposals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Proposal 3.1: The acknowledgement timeout is 716 ms.</a:t>
            </a:r>
          </a:p>
          <a:p>
            <a:r>
              <a:rPr lang="en-US"/>
              <a:t>Proposal 3.2: The beam report period is 214 ms.</a:t>
            </a:r>
          </a:p>
        </p:txBody>
      </p:sp>
    </p:spTree>
  </p:cSld>
</p:sld>
</file>