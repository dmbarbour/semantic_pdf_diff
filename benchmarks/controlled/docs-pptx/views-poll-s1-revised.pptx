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Feature Lead Summary: Companies' Views on the Proposals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Introduction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This summary gives the moderator's proposals on link failure detection and beam reporting, and the companies' views on each, collected in the first round of discussion.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Proposals and Views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Proposal 2.1: The acknowledgement timeout is 232 ms.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Companies' views on Proposal 2.1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Y/N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Comments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Borealis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Prefers 171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Corvane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Delmar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Prefers 870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Estrella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Fine with the proposal.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478536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Proposal 2.2: The beam report period is 236 ms.</a:t>
            </a:r>
          </a:p>
        </p:txBody>
      </p:sp>
      <p:sp>
        <p:nvSpPr>
          <p:cNvPr id="7" name="Shape 7"/>
          <p:cNvSpPr/>
          <p:nvPr/>
        </p:nvSpPr>
        <p:spPr>
          <a:xfrm>
            <a:off x="457200" y="53340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Companies' views on Proposal 2.2</a:t>
            </a:r>
          </a:p>
        </p:txBody>
      </p:sp>
      <p:graphicFrame>
        <p:nvGraphicFramePr>
          <p:cNvPr id="8" name="Table 8"/>
          <p:cNvGraphicFramePr/>
          <p:nvPr/>
        </p:nvGraphicFramePr>
        <p:xfrm>
          <a:off x="457200" y="588264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Y/N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Comments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Fine with the proposal.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Borealis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Corvane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Delmar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Can accept the proposal.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Estrella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Prefers 825 ms.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