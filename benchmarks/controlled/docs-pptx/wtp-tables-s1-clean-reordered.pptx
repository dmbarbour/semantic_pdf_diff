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WTP: Equipment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Equipment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schedules below list the plant's pumps, blowers and valves at their rated points.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Raw water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1,679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1,160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0436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Process air blowers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459232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 air blowers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Airflow (scfm)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Pressure (psig)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3,153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3,183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3,552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16712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Valve schedule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671576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Rating (psi)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Stroke time (s)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